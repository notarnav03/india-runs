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sz="1400" b="0">
                <a:solidFill>
                  <a:srgbClr val="444A50"/>
                </a:solidFill>
                <a:latin typeface="Manrope Medium"/>
              </a:rPr>
              <a:t> AIA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r>
              <a:rPr sz="1400" b="0">
                <a:solidFill>
                  <a:srgbClr val="444A50"/>
                </a:solidFill>
                <a:latin typeface="Manrope Medium"/>
              </a:rPr>
              <a:t> Track 1 - Intelligent Candidate Discovery &amp; Ranking (The Data &amp; AI Challenge): rank a pool of 100,000 profiles against one job description into a precise, explainable top-100 shortlist - beyond keyword matching.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r>
              <a:rPr sz="1400" b="0">
                <a:solidFill>
                  <a:srgbClr val="444A50"/>
                </a:solidFill>
                <a:latin typeface="Manrope Medium"/>
              </a:rPr>
              <a:t> Aditya Chimurkar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is your proposed solution?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A multi-signal candidate ranker: given one JD and 100,000 profiles it returns a validator-exact top-100 shortlist, each row carrying a fact-grounded justification. It models the JD explicitly (must / nice-to-have skills, hard disqualifiers, locations) and scores every candidate by blending SBERT semantic fit on the career narrative, an anchored skill match, and ten career / behavioral features over Redrob's 23 signals. The rank step runs in ~80s for the full 100K on CPU, fully offline.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differentiates your approach from traditional candidate matching systems?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Traditional systems rank by keyword / embedding similarity - the exact trap this JD calls out. We deliberately down-weight raw similarity and lead with career evidence (did they actually ship the system?) and behavioral availability. JD hard-disqualifiers and a within-profile consistency check act as multiplicative guards, so keyword-stuffers, off-target roles, consulting-only careers and the ~80 planted honeypots sink. Every shortlist row is explainable from profile facts - no hallucinated praise.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are the key requirements extracted from the JD?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Modeled explicitly and auditably (ir/jd_requirements.py), every field traceable to job_description.docx: must-have skills (Python, ML, retrieval / ranking / recsys, NLP-IR), nice-to-haves, hard disqualifiers (consulting-only, pure research, CV / speech / robotics without NLP-IR, off-target roles e.g. marketing), 'shipped-systems' evidence phrases, target locations, the 5-9 year experience band, and notice / availability preference.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Which candidate signals matter most? / How do you evaluate fit beyond keyword matching?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Shipped-systems evidence in role descriptions outweighs skill-list keywords; product-vs-services trajectory, role coherence and skill credibility (proficiency x endorsements x usage x assessment score) carry the most weight. SBERT reads the career narrative, so 'built the system that ranks what users see' scores as a strong fit even without the word 'RAG'. Behavioral availability breaks ties; because presence of a skill is not proficiency, the raw keyword / skill match is intentionally down-weighted.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does your system retrieve, score and rank candidates?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Each candidate is scored against the JD as a weighted blend of normalized signals; hard guards are then applied multiplicatively, and the top-100 is exported under the official validator rules (unique ranks, non-increasing score, tie-break by candidate_id). No labels ship with the data, so the ranker is unsupervised by default - it can switch to a learned XGBoost ranker (fit / save / load) when labels exist.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models, algorithms or heuristics are used?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SBERT bi-encoder all-MiniLM-L6-v2 (384-dim) for semantic fit; an anchored skill matcher ('java' is not 'javascript'); a 10-feature career / behavioral library; a within-profile consistency / honeypot detector. An optional cross-encoder pass is wired but off by default - it lowered our composite (0.98 -&gt; 0.94), as a generic relevance model misses the career reasoning this JD rewards.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are multiple candidate signals combined into a final ranking?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All signals are normalized so weights stay interpretable, blended into a base score (raw similarity kept deliberately light), then multiplied by guard penalties (disqualifier + consistency). Weights are human-tuned and inspectable - no black 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are ranking decisions explained?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Every shortlist row carries a 1-2 sentence justification (ir/reasoning.py) composed only from facts in the profile, with tone matched to rank and honest concerns (notice period, relocation, sub-band experience) surfaced. The sandbox exposes a per-signal breakdown behind each score.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do you prevent hallucinations or unsupported justifications?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Reasoning is fact-composed from structured profile fields, not free-form LLM generation - it can only state what is in the data, so unsupported praise is impossible. The ranking step makes no LLM / API calls at all.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do you handle inconsistent, low-quality or suspicious profiles?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A within-profile consistency check flags impossibilities ('expert' skill with 0 months use; tenure exceeding the role's date span) and the honeypot guard down-ranks the ~80 planted traps - both applied as multiplicative penalties, so a keyword-perfect but impossible profile can't be rescued. Honeypot detection is never revealed in the output; traps are silently down-ranked.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is the complete workflow from JD input to ranked candidate output?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1.  JD modeled once into an auditable requirement set (skills, disqualifiers, locations).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2.  prepare.py precomputes the SBERT model download + 100K embedding cache (one-time; offline thereafter).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3.  Each profile -&gt; schema-independent Candidate; the semantic surface is built from summary + role descriptions.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4.  Score = normalized blend of semantic fit + anchored skill match + 10 career / behavioral features.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5.  Multiplicative guards applied: JD hard-disqualifiers + within-profile consistency / honeypot check.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6.  Fact-grounded reasoning generated per candidate.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7.  Sort, take top-100, export the validator-exact CSV (rank.py -&gt; submission.csv) in ~80s on CPU,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99" name="Picture 98" descr="arch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115" y="1234440"/>
            <a:ext cx="864777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results or insights demonstrate ranking quality?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Validated against a JD-grounded judgment set (ideal fit, keyword-stuffer, plain-language fit, inactive, consulting-only, pure-research, honeypot) on the official composite  0.50*NDCG@10 + 0.30*NDCG@50 + 0.15*MAP + 0.05*P@10:  SBERT composite ~0.984, NDCG@10 0.984, 0% honeypots in the top 10. On the real 100K, submission.csv passes validate_submission.py with 0 honeypot-suspect and 0 hard-disqualified profiles in the top 100 (Stage-3 DQ threshold is &gt;10%). The 34-test suite passes with no model download.</a:t>
            </a:r>
          </a:p>
          <a:p>
            <a:pPr>
              <a:spcBef>
                <a:spcPts val="700"/>
              </a:spcBef>
              <a:spcAft>
                <a:spcPts val="100"/>
              </a:spcAft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How does your solution meet the challenge's runtime and compute constraints?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The rank step is ~80s for the full 100K on CPU, offline, &lt;=0.3 GB heap - well inside the 5-minute / 16-GB limit. SBERT model download + embedding cache is a one-time precompute (~25 min); after it, ranking is CPU-only with no network calls.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700"/>
              </a:spcBef>
              <a:spcAft>
                <a:spcPts val="100"/>
              </a:spcAft>
              <a:buClr>
                <a:srgbClr val="7D45E0"/>
              </a:buClr>
              <a:buSzPts val="1365"/>
              <a:buFont typeface="Manrope SemiBold"/>
              <a:buChar char="●"/>
            </a:pPr>
            <a:r>
              <a:rPr sz="1200" b="1">
                <a:solidFill>
                  <a:srgbClr val="202729"/>
                </a:solidFill>
                <a:latin typeface="Manrope SemiBold"/>
              </a:rPr>
              <a:t>What technologies, frameworks and tools were used, and why?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Python 3.14 - core implementation.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sentence-transformers / all-MiniLM-L6-v2 (SBERT) - 384-dim semantic fit on the career narrative; small and CPU-friendly, and it beats keyword matching.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PyTorch (CPU) - SBERT backend, no GPU required.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scikit-learn / NumPy - HashingVectorizer + TF-IDF fallback embedder, learned-ranker hook, and vectorized scoring / normalization.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FAIMR core (MIT, vendored) - retrieval / ranking primitives, cross-encoder, anchored skill matcher and evaluation metrics.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Streamlit + Docker - self-contained, free-deployable sandbox (app.py) and a reproducible image.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pytest - 34 tests that run without any model download.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Why: every component runs offline on CPU inside the compute budget; no hosted LLM / API, so no candidate data leaves the machine and the ranking is deterministic and reproducible.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Submission Assets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GitHub repository:  https://github.com/NotArnav03/india-runs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Live sandbox (Streamlit):  https://indiarunsaia.streamlit.app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Reproduce:  pip install -r requirements.txt  -&gt;  python prepare.py --candidates ./candidates.jsonl  -&gt;  python rank.py --candidates ./candidates.jsonl --out ./submission.csv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Output:  submission.csv - validator-exact top-100; passes the official validate_submission.py.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Documentation:  README.md (methodology + architecture)  .  docs/GAP_ANALYSIS.md (dataset-grounded build log).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444A50"/>
                </a:solidFill>
                <a:latin typeface="Manrope Medium"/>
              </a:rPr>
              <a:t>- Demo video:  [ add link before submitting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